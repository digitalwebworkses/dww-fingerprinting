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D5B37E-9BBB-4857-B4F5-537D3362E0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B44E4E-889B-00AB-27B3-B6567A1804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63380A-859C-AB86-EE0F-76143C28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264E-7305-7545-A8E1-9658C3056905}" type="datetimeFigureOut">
              <a:rPr lang="es-ES" smtClean="0"/>
              <a:t>30/6/26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E00CBB-3E21-2252-9D8A-951652451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33EBC2-7DEA-223E-E0D7-2AB76A41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DFC2-FD9D-2045-B6B6-FFD95D7168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0312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E5F8D1-34F5-4A12-0A22-6018CB61E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9D38FC-C9A3-44BF-6E25-35E14C8A0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D07678-5DF5-9D3A-260E-D26617DE6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264E-7305-7545-A8E1-9658C3056905}" type="datetimeFigureOut">
              <a:rPr lang="es-ES" smtClean="0"/>
              <a:t>30/6/26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C87CD6-6D11-A596-A060-43CC4D687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799BE4-5549-A2F1-0421-F6ECCE23F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DFC2-FD9D-2045-B6B6-FFD95D7168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4469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DB6592-810F-3CB8-CC64-408B26C80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BC8638-A3B0-5501-E24D-01A4C14A0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E13D75-D7ED-DD62-8390-D3CE62342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264E-7305-7545-A8E1-9658C3056905}" type="datetimeFigureOut">
              <a:rPr lang="es-ES" smtClean="0"/>
              <a:t>30/6/26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C54BEF-1EA8-5EB8-CAA1-8E53F10EB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B11F32-78CE-09D4-B121-939925A19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DFC2-FD9D-2045-B6B6-FFD95D7168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36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AAFE7-A737-8F0D-9FEE-185FE73F2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259C9E-77DC-BB4D-EDCF-1F63C793D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2BBE06-6327-3206-4813-F262F2FFD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4CF5E3-B1DC-0B15-4328-5CD432715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264E-7305-7545-A8E1-9658C3056905}" type="datetimeFigureOut">
              <a:rPr lang="es-ES" smtClean="0"/>
              <a:t>30/6/26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8CB74E-332F-33FF-D162-897CD8A44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4360F3-F62C-A50C-6CF8-76D65B96D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DFC2-FD9D-2045-B6B6-FFD95D7168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935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6ED41-046C-E3DA-67A8-3C8EF0D16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B2C644-E19E-3548-A50D-FAA5CEA55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F3CE6BA-F558-5653-330B-0177E8FBC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0DE7D6-1131-423C-E6B3-1CF73E37C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A4D8734-9C5F-9306-F45A-44D90F16B4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E714C5D-A3A6-9B79-D54D-C51CAFA83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264E-7305-7545-A8E1-9658C3056905}" type="datetimeFigureOut">
              <a:rPr lang="es-ES" smtClean="0"/>
              <a:t>30/6/26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D558123-4E9C-0A9D-0F0E-C03F5ED3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8C0B924-6B90-E956-7023-B80DAF4A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DFC2-FD9D-2045-B6B6-FFD95D7168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0957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BF5D93-5890-D5B3-E8DA-DCAA708E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0C0CD0B-6303-FEEB-039D-D2A8CFC21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264E-7305-7545-A8E1-9658C3056905}" type="datetimeFigureOut">
              <a:rPr lang="es-ES" smtClean="0"/>
              <a:t>30/6/26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70E55EF-B0E7-B5AA-E13E-CC0761D3D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D850336-E4AE-C18F-41AA-0F80DAF8A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DFC2-FD9D-2045-B6B6-FFD95D7168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3401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B0B0EF6-EE0F-D05E-F902-3831FFCFE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264E-7305-7545-A8E1-9658C3056905}" type="datetimeFigureOut">
              <a:rPr lang="es-ES" smtClean="0"/>
              <a:t>30/6/26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6DABBB6-17A9-971B-7780-34651E0D0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883680-CE5C-93D1-A2C0-F542C7011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DFC2-FD9D-2045-B6B6-FFD95D7168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619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46779-81DE-DEB9-5F76-F9F1F0C42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5C2E1B-D697-66D8-DF62-219B06A3A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037F12-7296-98DC-879D-25B362573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868BA7-526F-30CB-D43E-3855D42DF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264E-7305-7545-A8E1-9658C3056905}" type="datetimeFigureOut">
              <a:rPr lang="es-ES" smtClean="0"/>
              <a:t>30/6/26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3CAC44-D353-0E6C-A8ED-1E135C7E9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706389-622D-F9C6-FE26-8071308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DFC2-FD9D-2045-B6B6-FFD95D7168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4089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73522A-627D-E9A9-29AF-4EFCB68E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B0E22C0-D9A3-46FE-EF16-6A09F7CAD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6F8399-5906-0D4D-CBF1-F42DD6633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E84102-D74D-EB1C-0FF2-2CC94C32C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264E-7305-7545-A8E1-9658C3056905}" type="datetimeFigureOut">
              <a:rPr lang="es-ES" smtClean="0"/>
              <a:t>30/6/26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FC3D9E-6B1B-D4D0-518D-4F52F9801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5B9648-F922-C55C-ECBC-6E1072243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DFC2-FD9D-2045-B6B6-FFD95D7168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2984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625BD9-A5CB-9763-29F2-115F34136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AAF7A5-36BF-D26D-0E5D-99AA8DFFC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1FCF59-264A-ABF8-0A84-0A47197EE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264E-7305-7545-A8E1-9658C3056905}" type="datetimeFigureOut">
              <a:rPr lang="es-ES" smtClean="0"/>
              <a:t>30/6/26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67198D-8D0F-8491-951D-885F58D44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349988-74FB-D41A-8AFF-3E85AAFA8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DFC2-FD9D-2045-B6B6-FFD95D7168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6161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9DB1D6-FA26-C950-A77D-841052CD5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EAEF8E8-D8A9-52E1-831B-7667811A7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FFCDC2-ABC8-55F7-FD2D-AA94E7CC9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2264E-7305-7545-A8E1-9658C3056905}" type="datetimeFigureOut">
              <a:rPr lang="es-ES" smtClean="0"/>
              <a:t>30/6/26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9392E5-E34C-DC90-717D-DB7A33C9E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CAD1FB-2E81-D38D-35F4-A51B30496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ADFC2-FD9D-2045-B6B6-FFD95D7168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4208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10B5E3E-9B75-9EDD-1F3A-F27D5CB88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A22A3F-01C5-E82A-56BE-76AA1468A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5174BF-6724-40BE-FE43-B6D46C4A9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2264E-7305-7545-A8E1-9658C3056905}" type="datetimeFigureOut">
              <a:rPr lang="es-ES" smtClean="0"/>
              <a:t>30/6/26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84651-22F0-78C4-57DE-3C9AB7681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BF9273-2203-2928-CD29-E9221207C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EADFC2-FD9D-2045-B6B6-FFD95D71684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3156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C7B3A-7683-F372-4911-95E1FEAD04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29BC48-6402-4FA1-8A60-CC9ED116BB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66672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M Márquez López</dc:creator>
  <cp:lastModifiedBy>Carlos M Márquez López</cp:lastModifiedBy>
  <cp:revision>1</cp:revision>
  <dcterms:created xsi:type="dcterms:W3CDTF">2026-06-30T18:14:30Z</dcterms:created>
  <dcterms:modified xsi:type="dcterms:W3CDTF">2026-06-30T18:14:48Z</dcterms:modified>
</cp:coreProperties>
</file>